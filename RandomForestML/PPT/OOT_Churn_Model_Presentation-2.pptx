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4D8"/>
                </a:solidFill>
              </a:rPr>
              <a:t>OOT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8DB"/>
                </a:solidFill>
              </a:rPr>
              <a:t>Turning data into action — keeping customers before they leave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FC7"/>
                </a:solidFill>
              </a:rPr>
              <a:t>Analytics &amp; Data Science  •  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 — and Can We Stop It?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Customer churn is one of the biggest revenue risks on the OOT platform. Every month, a portion of our active subscribers quietly leave — and by the time we notice, it's too late to 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No Early Warning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Churn is only detected after cancellation. We have no signal to act on in advance.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Reactive Outreach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Retention teams contact customers randomly, wasting effort on loyal users and missing at-risk ones.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2860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Revenue Leakage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Each churned subscriber represents lost recurring revenue and high re-acquisition cost.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A8"/>
                </a:solidFill>
              </a:rPr>
              <a:t>✦  Our Solution: A machine-learning churn model that identifies at-risk customers weeks before they leave, enabling timely, targeted retention actions.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MODEL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How Well Does the Model Predict Who Will Leave?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Instead of complex statistics, think of it like this: out of every 100 customers the model reviews, here's what happens 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64008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76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Flagged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At-Risk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Positives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the model correctly warned us about. We can now act early and retain them.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1888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False Alarm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Positives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Loyal customers the model thought might leave. A small wasted effort — better safe than sorry.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8404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Missed — Left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Undetected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Negatives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who left without a warning. Our goal is to keep this number as small as possible.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661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902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1888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064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Identified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Staying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Negatives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correctly identified as loyal — no unnecessary outreach needed.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PREDICTED: WILL LEAVE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PREDICTED: WILL STAY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90.6%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7432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5468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5468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Churn Catch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84.4%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03504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Precision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END-TO-END MODEL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Raw Data to Business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945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8E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1325880"/>
            <a:ext cx="1078992" cy="54864"/>
          </a:xfrm>
          <a:prstGeom prst="rect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35608"/>
            <a:ext cx="384048" cy="384048"/>
          </a:xfrm>
          <a:prstGeom prst="ellipse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920240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Database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Raw 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behaviour data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307592" y="2994660"/>
            <a:ext cx="146304" cy="0"/>
          </a:xfrm>
          <a:prstGeom prst="line">
            <a:avLst/>
          </a:prstGeom>
          <a:noFill/>
          <a:ln w="25400">
            <a:solidFill>
              <a:srgbClr val="1A8E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732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17320" y="1325880"/>
            <a:ext cx="107899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4792" y="143560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479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20240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45389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Scalable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05456" y="2994660"/>
            <a:ext cx="14630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15184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615184" y="1325880"/>
            <a:ext cx="10789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62656" y="14356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62656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20240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51760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651760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Signals that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predict churn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703320" y="2994660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813048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813048" y="1325880"/>
            <a:ext cx="1078992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160520" y="1435608"/>
            <a:ext cx="384048" cy="38404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160520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920240"/>
            <a:ext cx="530352" cy="53035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849624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3849624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Combining multiple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algorithms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901184" y="2994660"/>
            <a:ext cx="146304" cy="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10912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010912" y="1325880"/>
            <a:ext cx="107899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58384" y="143560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358384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920240"/>
            <a:ext cx="530352" cy="53035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047488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Hyperparameter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Tuning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047488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Selecting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best model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099048" y="2994660"/>
            <a:ext cx="146304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20877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208776" y="1325880"/>
            <a:ext cx="10789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556248" y="143560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55624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920240"/>
            <a:ext cx="530352" cy="53035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24535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Synapse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24535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result storage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7296912" y="2994660"/>
            <a:ext cx="146304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740664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7406640" y="1325880"/>
            <a:ext cx="10789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754112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75411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920240"/>
            <a:ext cx="530352" cy="530352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744321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CRM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59" name="Text 50"/>
          <p:cNvSpPr/>
          <p:nvPr/>
        </p:nvSpPr>
        <p:spPr>
          <a:xfrm>
            <a:off x="744321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Trigger retention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campaigns</a:t>
            </a:r>
            <a:endParaRPr lang="en-US" sz="850" dirty="0"/>
          </a:p>
        </p:txBody>
      </p:sp>
      <p:sp>
        <p:nvSpPr>
          <p:cNvPr id="60" name="Text 51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ADC9"/>
                </a:solidFill>
              </a:rPr>
              <a:t>Automated pipeline runs daily — results flow directly from model to CRM without manual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BUSINESS IMPACT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What This Model Enables for the Business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819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904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Proactive Retention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465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Contact at-risk customers before they cancel, not after.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7685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276856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414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350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Revenue Protection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2606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customer saved avoids re-acquisition cost and maintains LTV.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13639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13639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009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2095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Smarter CRM Targeting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46557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Only high-risk customers receive retention offers — reducing campaign cost.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99592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995928"/>
            <a:ext cx="54864" cy="7132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05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0690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Fully Automated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432511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Daily pipeline refreshes scores and pushes to CRM via API — zero manual effort.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806440" y="1325880"/>
            <a:ext cx="3063240" cy="3657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989320" y="1463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989320" y="192024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893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01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00800" y="193852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Stakeholder sign-off on model thresholds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149340" y="224942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89320" y="24688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89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02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00800" y="248716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CRM team integration testing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149340" y="279806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89320" y="301752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893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03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400800" y="303580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Pilot retention campaign — high-risk segment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149340" y="334670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89320" y="356616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893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04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400800" y="358444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Measure lift vs. control group (4 weeks)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149340" y="389534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989320" y="41148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9893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05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400800" y="413308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production rollout &amp; monitoring dashboard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65760" y="4910328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</a:rPr>
              <a:t>OOT Platform  |  Churn Prediction Model  |  Analytics &amp; Data Science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CUSTOMER TARGETING IN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40"/>
                </a:solidFill>
              </a:rPr>
              <a:t>From Churn Score to Personalised Retention 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Every day the model scores all active subscribers. Based on their risk level, each customer receives a different response.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664208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64208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664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RISK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8568" y="1700784"/>
            <a:ext cx="603504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70078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87%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1031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210312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Ahmed 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23225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Premium Subscriber · 14 months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8328" y="2624328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26700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</a:rPr>
              <a:t>WHY FLAGGED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898648"/>
            <a:ext cx="155448" cy="1554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" y="28803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No login in 21 days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191256"/>
            <a:ext cx="155448" cy="1554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" y="31729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Skipped last 3 renewals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483864"/>
            <a:ext cx="155448" cy="1554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" y="34655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Support ticket unresolved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38328" y="3822192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38328" y="38770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</a:rPr>
              <a:t>ACTION TAKEN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338328" y="409651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Personal outreach via CRM agent + exclusive 30% loyalty discount offer sent by SMS within 24 hrs.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38328" y="4736592"/>
            <a:ext cx="2523744" cy="182880"/>
          </a:xfrm>
          <a:prstGeom prst="roundRect">
            <a:avLst>
              <a:gd name="adj" fmla="val 25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754880"/>
            <a:ext cx="137160" cy="1371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SMS + Agent Call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3172968" y="1664208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72968" y="1664208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282696" y="1664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 RISK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202936" y="1700784"/>
            <a:ext cx="603504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202936" y="170078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54%</a:t>
            </a:r>
            <a:endParaRPr lang="en-US" sz="11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696" y="210312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813048" y="210312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Sara M.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813048" y="23225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Standard Plan · 6 months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3282696" y="2624328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282696" y="26700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</a:rPr>
              <a:t>WHY FLAGGED</a:t>
            </a:r>
            <a:endParaRPr lang="en-US" sz="8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898648"/>
            <a:ext cx="155448" cy="1554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483864" y="28803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Login frequency dropped 60%</a:t>
            </a:r>
            <a:endParaRPr lang="en-US" sz="9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696" y="3191256"/>
            <a:ext cx="155448" cy="15544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483864" y="31729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Only 1 content type viewed</a:t>
            </a:r>
            <a:endParaRPr lang="en-US" sz="9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2696" y="3483864"/>
            <a:ext cx="155448" cy="15544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483864" y="34655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No app interaction this week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3282696" y="3822192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282696" y="38770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</a:rPr>
              <a:t>ACTION TAKEN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3282696" y="409651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Automated email campaign with curated content recommendations and a free 7-day premium trial upgrade.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3282696" y="4736592"/>
            <a:ext cx="2523744" cy="18288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4754880"/>
            <a:ext cx="137160" cy="13716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538728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Email Campaign</a:t>
            </a:r>
            <a:endParaRPr lang="en-US" sz="850" dirty="0"/>
          </a:p>
        </p:txBody>
      </p:sp>
      <p:sp>
        <p:nvSpPr>
          <p:cNvPr id="50" name="Shape 38"/>
          <p:cNvSpPr/>
          <p:nvPr/>
        </p:nvSpPr>
        <p:spPr>
          <a:xfrm>
            <a:off x="6117336" y="1664208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6117336" y="1664208"/>
            <a:ext cx="2743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6227064" y="1664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RISK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8147304" y="1700784"/>
            <a:ext cx="603504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8147304" y="170078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12%</a:t>
            </a:r>
            <a:endParaRPr lang="en-US" sz="11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7064" y="2103120"/>
            <a:ext cx="457200" cy="45720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757416" y="2103120"/>
            <a:ext cx="1993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Khalid T.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6757416" y="2322576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Annual Plan · 3 years</a:t>
            </a:r>
            <a:endParaRPr lang="en-US" sz="850" dirty="0"/>
          </a:p>
        </p:txBody>
      </p:sp>
      <p:sp>
        <p:nvSpPr>
          <p:cNvPr id="58" name="Shape 45"/>
          <p:cNvSpPr/>
          <p:nvPr/>
        </p:nvSpPr>
        <p:spPr>
          <a:xfrm>
            <a:off x="6227064" y="2624328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227064" y="26700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2C55E"/>
                </a:solidFill>
              </a:rPr>
              <a:t>WHY FLAGGED</a:t>
            </a:r>
            <a:endParaRPr lang="en-US" sz="80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7064" y="2898648"/>
            <a:ext cx="155448" cy="155448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6428232" y="28803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Daily active user</a:t>
            </a:r>
            <a:endParaRPr lang="en-US" sz="900" dirty="0"/>
          </a:p>
        </p:txBody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7064" y="3191256"/>
            <a:ext cx="155448" cy="155448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6428232" y="31729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High content variety</a:t>
            </a:r>
            <a:endParaRPr lang="en-US" sz="900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7064" y="3483864"/>
            <a:ext cx="155448" cy="15544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428232" y="34655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Auto-renewal enabled</a:t>
            </a:r>
            <a:endParaRPr lang="en-US" sz="900" dirty="0"/>
          </a:p>
        </p:txBody>
      </p:sp>
      <p:sp>
        <p:nvSpPr>
          <p:cNvPr id="66" name="Shape 50"/>
          <p:cNvSpPr/>
          <p:nvPr/>
        </p:nvSpPr>
        <p:spPr>
          <a:xfrm>
            <a:off x="6227064" y="3822192"/>
            <a:ext cx="2523744" cy="0"/>
          </a:xfrm>
          <a:prstGeom prst="line">
            <a:avLst/>
          </a:prstGeom>
          <a:noFill/>
          <a:ln w="12700">
            <a:solidFill>
              <a:srgbClr val="D8E8F0"/>
            </a:solidFill>
            <a:prstDash val="solid"/>
          </a:ln>
        </p:spPr>
      </p:sp>
      <p:sp>
        <p:nvSpPr>
          <p:cNvPr id="67" name="Text 51"/>
          <p:cNvSpPr/>
          <p:nvPr/>
        </p:nvSpPr>
        <p:spPr>
          <a:xfrm>
            <a:off x="6227064" y="38770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2C55E"/>
                </a:solidFill>
              </a:rPr>
              <a:t>ACTION TAKEN</a:t>
            </a:r>
            <a:endParaRPr lang="en-US" sz="800" dirty="0"/>
          </a:p>
        </p:txBody>
      </p:sp>
      <p:sp>
        <p:nvSpPr>
          <p:cNvPr id="68" name="Text 52"/>
          <p:cNvSpPr/>
          <p:nvPr/>
        </p:nvSpPr>
        <p:spPr>
          <a:xfrm>
            <a:off x="6227064" y="409651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No intervention needed. Enrolled in loyalty rewards programme to maintain engagement and advocacy.</a:t>
            </a:r>
            <a:endParaRPr lang="en-US" sz="900" dirty="0"/>
          </a:p>
        </p:txBody>
      </p:sp>
      <p:sp>
        <p:nvSpPr>
          <p:cNvPr id="69" name="Shape 53"/>
          <p:cNvSpPr/>
          <p:nvPr/>
        </p:nvSpPr>
        <p:spPr>
          <a:xfrm>
            <a:off x="6227064" y="4736592"/>
            <a:ext cx="2523744" cy="182880"/>
          </a:xfrm>
          <a:prstGeom prst="roundRect">
            <a:avLst>
              <a:gd name="adj" fmla="val 25000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pic>
        <p:nvPicPr>
          <p:cNvPr id="7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0216" y="4754880"/>
            <a:ext cx="137160" cy="137160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6483096" y="4727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Loyalty Programme</a:t>
            </a:r>
            <a:endParaRPr lang="en-US" sz="850" dirty="0"/>
          </a:p>
        </p:txBody>
      </p:sp>
      <p:sp>
        <p:nvSpPr>
          <p:cNvPr id="72" name="Shape 5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040" y="4933188"/>
            <a:ext cx="146304" cy="146304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521208" y="49286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ADC9"/>
                </a:solidFill>
              </a:rPr>
              <a:t>Model scores refresh every 24 hrs  ·  Actions triggered automatically via Azure Synapse → CRM API  ·  OOT Platform —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OOT Platform Churn Prediction Model</dc:title>
  <dc:subject>PptxGenJS Presentation</dc:subject>
  <dc:creator>PptxGenJS</dc:creator>
  <cp:lastModifiedBy>PptxGenJS</cp:lastModifiedBy>
  <cp:revision>1</cp:revision>
  <dcterms:created xsi:type="dcterms:W3CDTF">2026-04-10T10:23:02Z</dcterms:created>
  <dcterms:modified xsi:type="dcterms:W3CDTF">2026-04-10T10:23:02Z</dcterms:modified>
</cp:coreProperties>
</file>